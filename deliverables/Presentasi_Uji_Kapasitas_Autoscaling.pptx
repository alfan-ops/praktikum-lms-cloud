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Kapasitas &amp; Model Matematika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Kebijakan Autoscaling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Praktikum · Azure Kubernetes Service (AKS)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Alfan</a:t>
            </a:r>
            <a:pPr indent="0" marL="0">
              <a:buNone/>
            </a:pPr>
            <a:r>
              <a:rPr lang="en-US" sz="15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Teknik Telekomunikasi ITB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5394960"/>
            <a:ext cx="960120" cy="9601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5623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5394960"/>
            <a:ext cx="960120" cy="9601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49640" y="5623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0" y="5394960"/>
            <a:ext cx="960120" cy="9601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38360" y="5623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Tetap (Variabel Terkontrol)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dihitung dari angka nyata cluster — CPU sebagai sumber daya pengikat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pod lab (request)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 r = 100 m  (0,1 core)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= 256 Mi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CPU 1 core / RAM 1 Gi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EA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node (Standard B2s_v2)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allocatable  A = 1900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allocatable ≈ 5,65 GiB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DaemonSet/node  d = 345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singleton (node-1)  s ≈ 792 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daya pengikat = CPU  </a:t>
            </a:r>
            <a:pPr indent="0" marL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CPU habis lebih dulu (rincian di slide berikut).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Perhitungan Memakai Batas CPU?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muat pod sampai SALAH SATU sumber daya (CPU atau memori) habis lebih dulu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EAF4F5"/>
          </a:solidFill>
          <a:ln w="317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dari CPU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⌊ (1900 − 345) / 100 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pod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127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LEHER BOTOL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F4F6F7"/>
          </a:solidFill>
          <a:ln w="12700">
            <a:solidFill>
              <a:srgbClr val="D8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dari Memori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⌊ (5790 − 542) / 256 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926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pod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0B3A53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3159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min(15, 20) = 15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  → CPU habis lebih dulu, jadi CPU yang menentukan kapasitas.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14400" y="4864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sebabnya perhitungan kapasitas memakai batas CPU, bukan memori.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Kapasitas — 1 Node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mentok 7 → sisanya Pending (node berbagi dengan pod sistem)</a:t>
            </a:r>
            <a:endParaRPr lang="en-US" sz="1500" dirty="0"/>
          </a:p>
        </p:txBody>
      </p:sp>
      <p:pic>
        <p:nvPicPr>
          <p:cNvPr id="4" name="Image 0" descr="kapasitas_1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955280" cy="36160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052560" y="2377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3A53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525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52560" y="2880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0525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Kapasitas — 2 Node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mentok 22 → node ke-2 menambah ~15 lab</a:t>
            </a:r>
            <a:endParaRPr lang="en-US" sz="1500" dirty="0"/>
          </a:p>
        </p:txBody>
      </p:sp>
      <p:pic>
        <p:nvPicPr>
          <p:cNvPr id="4" name="Image 0" descr="kapasitas_2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955280" cy="36160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052560" y="2377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3A53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525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52560" y="2880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0525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Kapasitas — 3 Node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mentok 36 → node ke-3 menambah ~14 lab</a:t>
            </a:r>
            <a:endParaRPr lang="en-US" sz="1500" dirty="0"/>
          </a:p>
        </p:txBody>
      </p:sp>
      <p:pic>
        <p:nvPicPr>
          <p:cNvPr id="4" name="Image 0" descr="kapasitas_3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955280" cy="36160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052560" y="2377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3A53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525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52560" y="2880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0525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Kapasitas vs Jumlah Node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dan pengukuran cocok — deviasi ≤ 1 lab</a:t>
            </a:r>
            <a:endParaRPr lang="en-US" sz="1500" dirty="0"/>
          </a:p>
        </p:txBody>
      </p:sp>
      <p:pic>
        <p:nvPicPr>
          <p:cNvPr id="4" name="Image 0" descr="ringkasan_kapasi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766560" cy="433059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772400" y="20116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EA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teoritis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Kapasitas(k) = 15k − 8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92440" y="3246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→ 7   (terukur 7 ✓)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→ 22  (terukur 22 ✓)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→ 37  (terukur 36, −1)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Matematika Kapasitas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2496A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node murni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31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⌊ (A − d) / r 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⌊(1900 − 345) / 100⌋ = 15 lab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2496A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node-1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P₁ = ⌊ (A − d − s) / r 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294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⌊(1900 − 345 − 792) / 100⌋ = 7 lab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CPU allocatable/node   </a:t>
            </a:r>
            <a:pPr indent="0" marL="0">
              <a:buNone/>
            </a:pPr>
            <a:r>
              <a:rPr lang="en-US" sz="1500" b="1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request CPU/pod   </a:t>
            </a:r>
            <a:pPr indent="0" marL="0">
              <a:buNone/>
            </a:pPr>
            <a:r>
              <a:rPr lang="en-US" sz="1500" b="1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DaemonSet/node   </a:t>
            </a:r>
            <a:pPr indent="0" marL="0">
              <a:buNone/>
            </a:pPr>
            <a:r>
              <a:rPr lang="en-US" sz="1500" b="1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pod sistem singleton (hanya node-1)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 ⌋ = pembulatan ke bawah (floor)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 Umum &amp; Perencanaan Node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kapasitas node murni (P) dan node-1 (P₁)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k node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C(k) = P₁ + P (k − 1) = 15k − 8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node untuk N praktikan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k(N) = ⌈ (N + 8) / 15 ⌉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kapasitas &amp; kebutuhan node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5760720" cy="100584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Kapasitas (lab)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611880"/>
          <a:ext cx="4846320" cy="1005840"/>
        </p:xfrm>
        <a:graphic>
          <a:graphicData uri="http://schemas.openxmlformats.org/drawingml/2006/table">
            <a:tbl>
              <a:tblPr/>
              <a:tblGrid>
                <a:gridCol w="807720"/>
                <a:gridCol w="807720"/>
                <a:gridCol w="807720"/>
                <a:gridCol w="807720"/>
                <a:gridCol w="807720"/>
                <a:gridCol w="807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praktikan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dibeli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3 node untuk 30 user (bukan 4)?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12496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node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0175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lab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120640" y="20116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12496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node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01752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B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lab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120640" y="28803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kurang (22 &lt; 30)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12496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node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1752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lab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20640" y="37490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(37 ≥ 30)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12496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17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node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17520" y="4617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lab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120640" y="46177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mubazir / boros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Autoscaler berhenti di 3 node karena sudah cukup — efektif tanpa over-provisioning.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Uji Kapasitas &amp; Model Matematika Autoscaling LMS</dc:title>
  <dc:subject>PptxGenJS Presentation</dc:subject>
  <dc:creator>Muhamad Alfan</dc:creator>
  <cp:lastModifiedBy>Muhamad Alfan</cp:lastModifiedBy>
  <cp:revision>1</cp:revision>
  <dcterms:created xsi:type="dcterms:W3CDTF">2026-07-10T07:29:08Z</dcterms:created>
  <dcterms:modified xsi:type="dcterms:W3CDTF">2026-07-10T07:29:08Z</dcterms:modified>
</cp:coreProperties>
</file>