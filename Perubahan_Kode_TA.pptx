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teknis pendamping. Fokus: APA yang diubah di kode &amp; KENAPA. Rujuk PENJELASAN_PERUBAHAN_KODE.md untuk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jalan deck. 6 tema kartu + 1 tema bug fix. Slide berikutnya membahas satu per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jawaban langsung atas kegagalan 91% di T50. Tekankan: crash dicegah dengan antrian + backpressure, bukan menambah kapasitas tak terbatas.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aspek metodologi: T50 sendiri menyimpulkan tesnya tidak valid. Perbaikan ini membuat pengujian jujur.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kenapa workers=1: kalau banyak worker, tiap worker punya semaphore sendiri, batas global rusak. Trade-off yang disengaja.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pembuktian kata 'predictive' di judul. Jujur: ini berbasis JADWAL, belum berbasis forecast FB Prophet (itu langkah berikutnya).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Temuan teknis kunci: orchestrator punya akses Docker socket, jadi bisa hitung metrik sendiri tanpa cAdvisor. Workaround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Grafana sebelumnya belum ada di compose. Sekarang provisioning otomatis, jadi reproducible untuk penguji.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kecil tapi penting untuk integritas data progress. Mudah didemonstrasikan dengan dua akun.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tabel menyeluruh. Rujuk PENJELASAN_PERUBAHAN_KODE.md &amp; CHANGELOG untuk detail tiap baris.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37744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4114800" cy="4114800"/>
          </a:xfrm>
          <a:prstGeom prst="ellipse">
            <a:avLst/>
          </a:prstGeom>
          <a:solidFill>
            <a:srgbClr val="1331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TEKNIS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Perubahan Kode pada Tugas Akhir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seluruh modifikasi kode berdasarkan CHANGELOG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tema perubahan — dari autoscaling hingga monitoring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dikaitkan dengan kekurangan Dokumen T50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Praktikum Berbasis Cloud — Predictive Auto Scaling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Perubahan Kode (7 Tema)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Reactive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+ antrian + rate limiter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933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30952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Perbaikan Load Test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30952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unik per-user (fix bug T50)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99339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53144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 Produksi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53144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gevent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66744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3666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Autoscaling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123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dari jadwal (Opsi B)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0832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66674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30952" y="3666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Per-Container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30952" y="4123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via Docker API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3666744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53144" y="3666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Grafana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53144" y="41239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 panel otomatis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084064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3315C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" y="5257800"/>
            <a:ext cx="521208" cy="52120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25780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1463040" y="5084064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 Progress Tracking</a:t>
            </a:r>
            <a:pPr indent="0" marL="0">
              <a:buNone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mahasiswa baru 100% palsu → diperbaiki jadi 0%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— MENUTUP T50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Reactive (Opsi A)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orchestrator/app.py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backend/management.py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Semaphore: maks 5 docker run bersamaan (MAX_CONCURRENT_DEPLOYS)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async maks 50; jika penuh balas 503 (backpressure), bukan crash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baru: /job/&lt;id&gt; &amp; /autoscaler/status (pantau slot &amp; antrian)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ThreadPoolExecutor: scheduler proses maks 5 sesi bersamaan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limiter: 1 klik Start Lab / 10 detik / mahasiswa → tolak 429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tetap hidup di bawah beban — menolak dengan rapi (503/429), tidak tumbang seperti di T50.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— PERBAIKAN 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Perbaikan Load Testing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backend/locustfile_integrated.py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backend/get_tokens.py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backend/locustfile_orchestrator.py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602736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02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backend/cleanup_loadtest.ps1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36667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666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T50: 100 user memakai 1 token sama → cascade 403 palsu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baca token unik dari locust_tokens.csv, dibagi round-robin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get_tokens.py: anon key Supabase baru, jeda login 0.1s → 2s (50/50 token)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locustfile_orchestrator.py: uji autoscaler /deploy langsung (Opsi A)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cleanup_loadtest.ps1: hapus container sisa load test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403 palsu hilang — hasil pengujian kini mencerminkan performa sebenarnya.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— STABILITAS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 Produksi (Gunicorn)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orchestrator/requirements.txt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Flask dev server tumbang di banyak koneksi (ConnectionReset/timeout)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gunicorn + gevent ke dependency orchestrator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gunicorn --workers 1 --worker-class gevent --worker-connections 1000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--workers 1 WAJIB: state semaphore/antrian di memori 1 proses agar global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gevent: tangani ratusan koneksi via greenlet tanpa timeout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0% gagal pada 50 user (dari sebelumnya crash). Batas berikutnya = RAM fisik host.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— KLAIM JUDUL 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Autoscaling (Opsi B)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backend/seed_schedules.py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practikum_schedules dgn sesi PENDING yang mulai beberapa menit lagi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scheduler pre-warm container dalam jendela 5 menit sebelum mulai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buat prasyarat (period → course → offering → module) bila kosong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seed (default), --status, --cleanup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meramal dari JADWAL, bukan menunggu klik (reactive)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praktikum_&lt;nim&gt; siap ~4 menit SEBELUM waktu mulai → predictive terbukti. 10 container = batas aman, laptop tidak crash.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5 — MENUTUP T50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Per-Container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orchestrator/app.py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prometheus.yml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gagal di WSL2 → diganti exporter kustom di orchestrator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collect_container_stats(): hitung CPU% &amp; memori tiap container via Docker API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/metrics/containers: format teks Prometheus (lms_container_*)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/containers/stats: output JSON untuk dashboard/admin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prometheus.yml: scrape job container_metrics → orchestrator:4000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per-container terbaca di Prometheus (target UP) — menutup tujuan T50 yang gagal.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6 — VISUALISASI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Grafana Otomatis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(grafana)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grafana/provisioning/*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grafana/dashboards/lms-containers.json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service grafana (port 3001) + volume data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otomatis: datasource Prometheus + dashboard (tanpa setup manual)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 panel, auto-refresh 5 dtk (CPU, memori, gauge, tabel per-NIM)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tabel: transformasi merge → joinByField agar 1 baris per container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 berfungsi; datasource &amp; dashboard muncul otomatis saat Grafana start.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7 — PERBAIKAN BUG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Progress Tracking (0% → 100%)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diubah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backend/management.py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207568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212080" cy="384048"/>
          </a:xfrm>
          <a:prstGeom prst="roundRect">
            <a:avLst>
              <a:gd name="adj" fmla="val 11905"/>
            </a:avLst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Admin (assignment)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60527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dilakukan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mahasiswa baru tampil 100% padahal belum mengerjakan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Sebab: 'elif total_assignments == 0: progress = 100' (modul tanpa assignment)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kondisi dihapus; progress = (completed / total) * 100, mulai dari 0%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'Laporan Praktikum Iris' dibuat agar modul punya tugas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baru (Arceus) = 0%; yang submit (Articuno) = 100%. Progress kini akurat.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Perubahan Kode &amp; Kaitan dengan T50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97280"/>
                <a:gridCol w="4142232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Jenis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Menutup T50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orchestrator/app.py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Autoscaling +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#2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backend/management.py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Autoscaling + Bug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docker-compose.yml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Autoscaling + Gunicorn + Grafana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#2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locustfile_integrated.py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metodologi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get_tokens.py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metodologi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locustfile_orchestrator.py + cleanup.ps1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seed_schedules.py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judul 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prometheus.yml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5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grafana/** (4 file)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akhir: 3 dari 4 kekurangan T50 ditutup. Sisa (validasi 100 user bersih) terhalang batas fisik host — justru bukti empiris perlunya horizontal scaling.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Kode Tugas Akhir — ringkasan CHANGELOG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Perubahan Kode TA (dari Changelog)</dc:title>
  <dc:subject>PptxGenJS Presentation</dc:subject>
  <dc:creator>Tim TA - Predictive Auto Scaling</dc:creator>
  <cp:lastModifiedBy>Tim TA - Predictive Auto Scaling</cp:lastModifiedBy>
  <cp:revision>1</cp:revision>
  <dcterms:created xsi:type="dcterms:W3CDTF">2026-07-01T11:13:09Z</dcterms:created>
  <dcterms:modified xsi:type="dcterms:W3CDTF">2026-07-01T11:13:09Z</dcterms:modified>
</cp:coreProperties>
</file>