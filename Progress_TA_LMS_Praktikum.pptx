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Pembuka: jelaskan bahwa presentasi ini adalah laporan progress lanjutan setelah T40/T50. Fokus: menutup kekurangan yang dicatat di T50 dan membuktikan sistem berfungsi end-to-end.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Posisikan progress sebagai tindak lanjut konkret dari kekurangan yang JUJUR dicatat di T50. Tekankan pendekatan: stabilkan &amp; integrasikan dulu, lalu perkuat prediksi.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angka: gunakan untuk memberi gambaran cepat. Jangan berlama-lama; detail ada di slide berikut.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bagian terkuat untuk demo langsung. Jika memungkinkan, tunjukkan live: login mahasiswa, Launch Lab, submit, progress berubah.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Tampilkan kejujuran metodologi: T50 mencatat kekurangan, dan progress ini menutupnya satu per satu. Untuk 'Diganti', tegaskan sudah disetujui pembimbing.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 ini sebagai temuan teknis: cAdvisor gagal di WSL2, diganti custom exporter di orchestrator yang punya akses Docker socket. Workaround valid &amp; terbukti.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Jujur soal gap 'predictive': pre-warm sekarang berbasis jadwal. Tanyakan arahan pembimbing apakah integrasi Prophet menjadi prioritas berikutnya atau cukup justifikasi konseptual.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Tutup dengan meminta arahan konkret: (1) prioritas integrasi Prophet, (2) apakah perlu uji 100 user di hardware lain, (3) timeline dokumen akhir.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280160"/>
            <a:ext cx="4754880" cy="475488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2377440"/>
            <a:ext cx="3840480" cy="3840480"/>
          </a:xfrm>
          <a:prstGeom prst="ellipse">
            <a:avLst/>
          </a:prstGeom>
          <a:solidFill>
            <a:srgbClr val="00A896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572000"/>
            <a:ext cx="4114800" cy="4114800"/>
          </a:xfrm>
          <a:prstGeom prst="ellipse">
            <a:avLst/>
          </a:prstGeom>
          <a:solidFill>
            <a:srgbClr val="13315C">
              <a:alpha val="6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8F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TUGAS AKHIR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Auto Scaling untuk</a:t>
            </a:r>
            <a:endParaRPr lang="en-US" sz="4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Praktikum Berbasis Cloud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D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Integrasi backend, alur praktikum end-to-end, dan monitoring per-container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4343400"/>
            <a:ext cx="292608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5720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D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progress kepada Dosen Pembimbing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Tindak lanjut Dokumen T40 (Implementasi) &amp; T50 (Pengujian)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5943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Juni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KONTEKS &amp; POSISI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Dari Mana Kita Melanjutkan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T40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31089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Implementasi Desain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subsistem dirancang &amp; diimplementasi; autoscaling belum berjalan stabil, sebagian belum terintegrasi.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1691640"/>
            <a:ext cx="361188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2011680"/>
            <a:ext cx="914400" cy="914400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T50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800600" y="31089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Pengujian &amp; Analisis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00600" y="361188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Subsistem lulus uji fungsional; stress test 100 user gagal 91% &amp; monitoring per-container (cAdvisor) gagal.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412480" y="1691640"/>
            <a:ext cx="361188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732520" y="2011680"/>
            <a:ext cx="914400" cy="91440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6" name="Text 14"/>
          <p:cNvSpPr/>
          <p:nvPr/>
        </p:nvSpPr>
        <p:spPr>
          <a:xfrm>
            <a:off x="873252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Kini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732520" y="31089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Integrasi &amp; Perbaikan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732520" y="361188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Menutup kekurangan T50: alur praktikum end-to-end + monitoring per-container via Grafana.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532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Judul TA menekankan “predictive” — fokus progress saat ini: membuktikan platform berfungsi penuh sebelum memperkuat sisi prediksi.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Auto Scaling — Platform Praktikum Berbasis Cloud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Capaian Utama Periode Ini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05740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1546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praktikum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berjalan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20440" y="178308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20440" y="205740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703320" y="31546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Grafana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per-container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92240" y="178308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205740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675120" y="31546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mahasiswa baru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(bug 100% diperbaiki)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464040" y="178308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464040" y="205740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91%→90%↓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646920" y="31546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Kegagalan labs/start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ditangani (antrian+token)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11091672" cy="1508760"/>
          </a:xfrm>
          <a:prstGeom prst="roundRect">
            <a:avLst>
              <a:gd name="adj" fmla="val 6061"/>
            </a:avLst>
          </a:prstGeom>
          <a:solidFill>
            <a:srgbClr val="13315C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617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Inti progress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49834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kini berfungsi penuh dari sisi mahasiswa &amp; admin: jadwal → lab otomatis → kerja → submit → progress, dengan monitoring sumber daya tiap container.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Auto Scaling — Platform Praktikum Berbasis Cloud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DEMONSTRASI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Praktikum End-to-End (Terverifikasi)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70408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2082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20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93852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buat jadwal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2267712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PENDING di practikum_schedules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779776"/>
            <a:ext cx="70408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9718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288950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pre-warm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17320" y="3218688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disiapkan ~5 menit sebelum mulai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730752"/>
            <a:ext cx="70408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92277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922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38404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Mahasiswa Launch Lab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416966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terbuka dgn notebook praktikum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681728"/>
            <a:ext cx="70408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87375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873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4791456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Kerjakan &amp; Submit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17320" y="512064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dijalankan, assignment dikumpulkan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632704"/>
            <a:ext cx="70408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582472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824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17320" y="574243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0% → 100%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417320" y="6071616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Terhitung dari submission mahasiswa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863840" y="1828800"/>
            <a:ext cx="3776472" cy="3803904"/>
          </a:xfrm>
          <a:prstGeom prst="roundRect">
            <a:avLst>
              <a:gd name="adj" fmla="val 2421"/>
            </a:avLst>
          </a:prstGeom>
          <a:solidFill>
            <a:srgbClr val="13315C"/>
          </a:solidFill>
          <a:ln/>
        </p:spPr>
      </p:sp>
      <p:sp>
        <p:nvSpPr>
          <p:cNvPr id="30" name="Text 28"/>
          <p:cNvSpPr/>
          <p:nvPr/>
        </p:nvSpPr>
        <p:spPr>
          <a:xfrm>
            <a:off x="8138160" y="2057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Bukti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138160" y="2468880"/>
            <a:ext cx="3291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CD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Akun uji: Articuno (submit) → 100%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CD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Akun uji: Arceus (belum submit) → 0%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CD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praktikum_ml_iris.ipynb termuat di container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CD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path drive D→C agar notebook ditemukan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CD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bug: progress 100% palsu utk mahasiswa baru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Auto Scaling — Platform Praktikum Berbasis Cloud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4 Kekurangan yang Dicatat di T50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645920"/>
                <a:gridCol w="523951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Kekurangan T50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Solusi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/api/labs/start gagal 91%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99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Ditangani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A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unik per-user + semaphore + antrian (backpressure 503)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 per-container (cAdvisor gagal di WSL2)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99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Selesai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A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Exporter via Docker API + dashboard Grafana 7 panel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Autoscaling KEDA / Kubernetes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0A4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Diganti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A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SDK + docker-compose; disetujui pembimbing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Validasi 100 user tanpa crash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C050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A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Terhalang RAM/CPU host (Docker crash ~50 container)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064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dari 4 sudah ditutup. Sisanya (validasi 100 user) bersifat keterbatasan hardware — justru memperkuat argumen perlunya horizontal scaling.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Auto Scaling — Platform Praktikum Berbasis Cloud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BARU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Per-Container dengan Grafana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Menyelesaikan tujuan T50 yang gagal (cAdvisor di WSL2) dengan pendekatan alternatif: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468880" cy="960120"/>
          </a:xfrm>
          <a:prstGeom prst="roundRect">
            <a:avLst>
              <a:gd name="adj" fmla="val 7619"/>
            </a:avLst>
          </a:prstGeom>
          <a:solidFill>
            <a:srgbClr val="13315C"/>
          </a:solidFill>
          <a:ln/>
          <a:effectLst>
            <a:outerShdw sx="100000" sy="100000" kx="0" ky="0" algn="bl" rotWithShape="0" blurRad="101600" dist="38100" dir="5400000">
              <a:srgbClr val="0B2545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0574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Lab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(Jupyter)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17520" y="2057400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520440" y="2057400"/>
            <a:ext cx="2468880" cy="960120"/>
          </a:xfrm>
          <a:prstGeom prst="roundRect">
            <a:avLst>
              <a:gd name="adj" fmla="val 7619"/>
            </a:avLst>
          </a:prstGeom>
          <a:solidFill>
            <a:srgbClr val="13315C"/>
          </a:solidFill>
          <a:ln/>
          <a:effectLst>
            <a:outerShdw sx="100000" sy="100000" kx="0" ky="0" algn="bl" rotWithShape="0" blurRad="101600" dist="38100" dir="5400000">
              <a:srgbClr val="0B2545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20440" y="20574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API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89320" y="2057400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492240" y="2057400"/>
            <a:ext cx="2468880" cy="960120"/>
          </a:xfrm>
          <a:prstGeom prst="roundRect">
            <a:avLst>
              <a:gd name="adj" fmla="val 7619"/>
            </a:avLst>
          </a:prstGeom>
          <a:solidFill>
            <a:srgbClr val="13315C"/>
          </a:solidFill>
          <a:ln/>
          <a:effectLst>
            <a:outerShdw sx="100000" sy="100000" kx="0" ky="0" algn="bl" rotWithShape="0" blurRad="101600" dist="38100" dir="5400000">
              <a:srgbClr val="0B2545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92240" y="20574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961120" y="2057400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464040" y="2057400"/>
            <a:ext cx="2468880" cy="960120"/>
          </a:xfrm>
          <a:prstGeom prst="roundRect">
            <a:avLst>
              <a:gd name="adj" fmla="val 7619"/>
            </a:avLst>
          </a:prstGeom>
          <a:solidFill>
            <a:srgbClr val="00A896"/>
          </a:solidFill>
          <a:ln/>
          <a:effectLst>
            <a:outerShdw sx="100000" sy="100000" kx="0" ky="0" algn="bl" rotWithShape="0" blurRad="101600" dist="38100" dir="5400000">
              <a:srgbClr val="0B2545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464040" y="20574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panel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383280"/>
            <a:ext cx="544068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3611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Metrik yang dipantau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402336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per container (%)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 per container &amp; vs limit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 container praktikum hidup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stats per-NIM (CPU + memori)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99632" y="3383280"/>
            <a:ext cx="544068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73952" y="3611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Bukti berfungsi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73952" y="402336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Prometheus container_metrics = UP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container hidup terbaca real-time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 otomatis (datasource+dashboard)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Akses: localhost:3001 (Grafana)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Auto Scaling — Platform Praktikum Berbasis Cloud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RENCANA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 Masih Perlu Diselesaikan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40280"/>
            <a:ext cx="411480" cy="411480"/>
          </a:xfrm>
          <a:prstGeom prst="ellipse">
            <a:avLst/>
          </a:prstGeom>
          <a:solidFill>
            <a:srgbClr val="C0506A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198424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Integrasi FB Prophet → autoscaling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63040" y="2441448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ini pre-warm berbasis JADWAL, belum berbasis FORECAST. Ini gap terhadap kata “predictive” di judul TA.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601200" y="2258568"/>
            <a:ext cx="1783080" cy="420624"/>
          </a:xfrm>
          <a:prstGeom prst="roundRect">
            <a:avLst>
              <a:gd name="adj" fmla="val 50000"/>
            </a:avLst>
          </a:prstGeom>
          <a:solidFill>
            <a:srgbClr val="C0506A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0" y="2258568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Prioritas tinggi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3794760"/>
            <a:ext cx="411480" cy="411480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12" name="Text 10"/>
          <p:cNvSpPr/>
          <p:nvPr/>
        </p:nvSpPr>
        <p:spPr>
          <a:xfrm>
            <a:off x="1463040" y="3538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Validasi 100 user tanpa crash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63040" y="3995928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ulang di hardware lebih tinggi; naikkan MAX_CONCURRENT_DEPLOYS. Hasil jadi grafik bersih untuk laporan.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601200" y="3813048"/>
            <a:ext cx="1783080" cy="420624"/>
          </a:xfrm>
          <a:prstGeom prst="roundRect">
            <a:avLst>
              <a:gd name="adj" fmla="val 50000"/>
            </a:avLst>
          </a:prstGeom>
          <a:solidFill>
            <a:srgbClr val="E0A458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0" y="3813048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Bergantung hardware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534924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1463040" y="509320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Dokumentasi &amp; finalisasi laporan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63040" y="5550408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Susun hasil pengujian terbaru ke dokumen; siapkan demo akhir.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601200" y="5367528"/>
            <a:ext cx="1783080" cy="420624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0" y="5367528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Berjalan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Auto Scaling — Platform Praktikum Berbasis Cloud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3657600"/>
            <a:ext cx="4572000" cy="4572000"/>
          </a:xfrm>
          <a:prstGeom prst="ellipse">
            <a:avLst/>
          </a:prstGeom>
          <a:solidFill>
            <a:srgbClr val="00A896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8F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789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praktikum sudah berfungsi penuh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monitoring per-container tercapai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600" dirty="0">
                <a:solidFill>
                  <a:srgbClr val="CD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dari 4 kekurangan T50 sudah ditutup</a:t>
            </a:r>
            <a:endParaRPr lang="en-US" sz="16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600" dirty="0">
                <a:solidFill>
                  <a:srgbClr val="CD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mahasiswa &amp; admin terverifikasi end-to-end</a:t>
            </a:r>
            <a:endParaRPr lang="en-US" sz="16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600" dirty="0">
                <a:solidFill>
                  <a:srgbClr val="8F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berikut: perkuat sisi “predictive” (FB Prophet)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5486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 — siap untuk diskusi &amp; arahan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Tugas Akhir - LMS Praktikum Cloud</dc:title>
  <dc:subject>PptxGenJS Presentation</dc:subject>
  <dc:creator>Tim TA - Predictive Auto Scaling</dc:creator>
  <cp:lastModifiedBy>Tim TA - Predictive Auto Scaling</cp:lastModifiedBy>
  <cp:revision>1</cp:revision>
  <dcterms:created xsi:type="dcterms:W3CDTF">2026-06-28T17:23:48Z</dcterms:created>
  <dcterms:modified xsi:type="dcterms:W3CDTF">2026-06-28T17:23:48Z</dcterms:modified>
</cp:coreProperties>
</file>